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2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53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16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813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665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743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1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152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368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646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02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5620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088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9603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19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636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9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0D3FC-7DD6-4598-B5C2-ED40F300905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477513C-2DF8-493F-A4CE-69B2F8306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64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8A332-3F00-92ED-6A32-1C6866F7B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 Restaurant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AEAEC-4503-250E-AFC3-D1619FD8FE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Generated Using Excel, SQL, Power BI &amp; Tableau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667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03DF-AA0B-647C-F1DF-21398F5DD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What is this project about?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79D34-BE8F-68C7-75C4-E2EBA4AF8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data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restaurant performance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understand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 and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trends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delivery &amp; table booking)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Excel, SQL, Power BI, and Tableau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dataset is used across all tools to ensure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and accuracy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insights are presented through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decision-making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52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6FF3E-0650-5F24-A354-9F9709A1D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During Data Cleaning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99A20-F12D-0A68-2FA0-E44B13731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585884"/>
            <a:ext cx="8915400" cy="377762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and null values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and votes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information available only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codes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data types (text vs numbers)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fields not structured for time-based analysis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tools requiring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formatted 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KPIs not directly available in raw data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94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1DC1-3814-D2E4-7162-56D17CAA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0" y="3687658"/>
            <a:ext cx="10353366" cy="14688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🧹 How the Data Was Cleaned and Handled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162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590879-2F22-BA81-89CB-C966FF010D8B}"/>
              </a:ext>
            </a:extLst>
          </p:cNvPr>
          <p:cNvSpPr txBox="1"/>
          <p:nvPr/>
        </p:nvSpPr>
        <p:spPr>
          <a:xfrm>
            <a:off x="1632154" y="777534"/>
            <a:ext cx="944880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Excel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 and data 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ratings, votes, and cost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proper column formats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Excel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understanding and validation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393E13-F266-CC53-634F-1333742099D1}"/>
              </a:ext>
            </a:extLst>
          </p:cNvPr>
          <p:cNvSpPr txBox="1"/>
          <p:nvPr/>
        </p:nvSpPr>
        <p:spPr>
          <a:xfrm>
            <a:off x="1632154" y="3198839"/>
            <a:ext cx="902601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Imported cleaned CSV into MySQL Workbench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Created structured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Used SQL queries to handle: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Null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Aggregations (COUNT, AVG)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Bucketing using CASE statements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Created reusable logic using </a:t>
            </a:r>
            <a:r>
              <a:rPr lang="en-US" sz="2400" b="1" dirty="0"/>
              <a:t>views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38841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A20F42-EFF5-CD54-0150-9F5D9BF13E9F}"/>
              </a:ext>
            </a:extLst>
          </p:cNvPr>
          <p:cNvSpPr txBox="1"/>
          <p:nvPr/>
        </p:nvSpPr>
        <p:spPr>
          <a:xfrm>
            <a:off x="1750142" y="785336"/>
            <a:ext cx="961594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table using DAX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proper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(fact &amp; dimension tables)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relationships (Country, Date)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blanks using filters and measures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BD027-E18A-92D0-51C8-BBEE62D5DF79}"/>
              </a:ext>
            </a:extLst>
          </p:cNvPr>
          <p:cNvSpPr txBox="1"/>
          <p:nvPr/>
        </p:nvSpPr>
        <p:spPr>
          <a:xfrm>
            <a:off x="1848465" y="3251537"/>
            <a:ext cx="60960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Tableau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relationships between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calculated fields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buckets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null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clean visuals and accurate aggregation</a:t>
            </a:r>
          </a:p>
        </p:txBody>
      </p:sp>
    </p:spTree>
    <p:extLst>
      <p:ext uri="{BB962C8B-B14F-4D97-AF65-F5344CB8AC3E}">
        <p14:creationId xmlns:p14="http://schemas.microsoft.com/office/powerpoint/2010/main" val="3639069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E2DB2-F0D0-7EF4-31C4-5601B969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602" y="643775"/>
            <a:ext cx="4948418" cy="742574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DAF03-BEA4-3BAC-C7EF-797C4931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61" y="1596339"/>
            <a:ext cx="11304510" cy="447016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65055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7053-B8FB-2DBD-1379-ECC96497F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672" y="692936"/>
            <a:ext cx="5843153" cy="69341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IN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34AFDC-8336-5431-13DD-F85623F02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8" y="1511524"/>
            <a:ext cx="10452919" cy="48991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3689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6CC7-9DE0-6791-5E77-F5A85874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620" y="633942"/>
            <a:ext cx="4977915" cy="801567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en-IN" sz="4400" dirty="0"/>
              <a:t> 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4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0EF280-3DAB-05F1-6602-7518E3D14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77" y="1365415"/>
            <a:ext cx="10183646" cy="49727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09691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DB963E-D66D-A2D4-2F59-46FD439F59D9}"/>
              </a:ext>
            </a:extLst>
          </p:cNvPr>
          <p:cNvSpPr txBox="1"/>
          <p:nvPr/>
        </p:nvSpPr>
        <p:spPr>
          <a:xfrm>
            <a:off x="1789471" y="631413"/>
            <a:ext cx="91636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Key Recommendations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53FE414-1C81-E34A-1B77-91E28963E11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28568" y="2009308"/>
            <a:ext cx="852456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expansion on high-growth regions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experience to boost ratings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 online delivery &amp; booking channels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pricing by regional demand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Leverage ratings &amp; votes to improve visibility</a:t>
            </a:r>
          </a:p>
        </p:txBody>
      </p:sp>
    </p:spTree>
    <p:extLst>
      <p:ext uri="{BB962C8B-B14F-4D97-AF65-F5344CB8AC3E}">
        <p14:creationId xmlns:p14="http://schemas.microsoft.com/office/powerpoint/2010/main" val="2900840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BA86AB-EA33-0B29-20E8-B5177AD8B274}"/>
              </a:ext>
            </a:extLst>
          </p:cNvPr>
          <p:cNvSpPr txBox="1"/>
          <p:nvPr/>
        </p:nvSpPr>
        <p:spPr>
          <a:xfrm>
            <a:off x="4537587" y="611746"/>
            <a:ext cx="3116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CC4C2-2499-5444-6CC4-BCBF087E419A}"/>
              </a:ext>
            </a:extLst>
          </p:cNvPr>
          <p:cNvSpPr txBox="1"/>
          <p:nvPr/>
        </p:nvSpPr>
        <p:spPr>
          <a:xfrm>
            <a:off x="2428568" y="2277296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Zomato’s growth is strong but concentrated. The next phase of growth lies in geographic expansion, quality consistency, and smarter data-driven personalization.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optimized partner onboarding, tech-driven insights, and customer-focused strategies, Zomato can significantly improve customer retention, restaurant satisfaction, and revenue growth.</a:t>
            </a:r>
          </a:p>
        </p:txBody>
      </p:sp>
    </p:spTree>
    <p:extLst>
      <p:ext uri="{BB962C8B-B14F-4D97-AF65-F5344CB8AC3E}">
        <p14:creationId xmlns:p14="http://schemas.microsoft.com/office/powerpoint/2010/main" val="2748511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9E321D-69CF-7508-AB58-B4B19BD70E28}"/>
              </a:ext>
            </a:extLst>
          </p:cNvPr>
          <p:cNvSpPr txBox="1"/>
          <p:nvPr/>
        </p:nvSpPr>
        <p:spPr>
          <a:xfrm>
            <a:off x="2418735" y="1614637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2ADD4-DC3A-FBC4-27C4-EB107143A50F}"/>
              </a:ext>
            </a:extLst>
          </p:cNvPr>
          <p:cNvSpPr txBox="1"/>
          <p:nvPr/>
        </p:nvSpPr>
        <p:spPr>
          <a:xfrm>
            <a:off x="6548284" y="3429000"/>
            <a:ext cx="6096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5 Members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BHARGAVI</a:t>
            </a:r>
          </a:p>
          <a:p>
            <a:pPr marL="0" lvl="0" indent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ABHILASH</a:t>
            </a:r>
          </a:p>
          <a:p>
            <a:pPr marL="0" lvl="0" indent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SURAJ VAIDHYA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Riya Mukund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Talele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M.NARMATHA</a:t>
            </a:r>
          </a:p>
          <a:p>
            <a:pPr lvl="0" algn="ctr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Gavvala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Sree Ramya</a:t>
            </a:r>
          </a:p>
          <a:p>
            <a:pPr marL="0" lvl="0" indent="0"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39611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370</TotalTime>
  <Words>379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Times New Roman</vt:lpstr>
      <vt:lpstr>Wingdings 3</vt:lpstr>
      <vt:lpstr>Wisp</vt:lpstr>
      <vt:lpstr>Zomato Restaurant Analytics</vt:lpstr>
      <vt:lpstr>📌 What is this project about?</vt:lpstr>
      <vt:lpstr>Challenges Faced During Data Cleaning</vt:lpstr>
      <vt:lpstr>🧹 How the Data Was Cleaned and Handled</vt:lpstr>
      <vt:lpstr>PowerPoint Presentation</vt:lpstr>
      <vt:lpstr>PowerPoint Presentation</vt:lpstr>
      <vt:lpstr> Excel Dashboard</vt:lpstr>
      <vt:lpstr>Power BI Dashboard</vt:lpstr>
      <vt:lpstr>Tableau Dashboard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Abhi</dc:creator>
  <cp:lastModifiedBy>G Abhi</cp:lastModifiedBy>
  <cp:revision>4</cp:revision>
  <dcterms:created xsi:type="dcterms:W3CDTF">2026-01-07T07:28:16Z</dcterms:created>
  <dcterms:modified xsi:type="dcterms:W3CDTF">2026-01-09T11:08:30Z</dcterms:modified>
</cp:coreProperties>
</file>